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23EA-EAE3-4224-5C5C-6B94D318D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580DD-E06C-5CDE-038E-F1BCBF9F0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BD0F4-15DD-F346-379A-340F530B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F23E-17B1-7235-DC4F-3D84BA16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092CF-D838-0D8C-723A-3625BC98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7916-4EBD-7AD8-D616-5E2C83A7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731E1-ED87-9176-42DF-A83277DAF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F218-292A-790E-D1B3-E406A003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A62D4-DFCB-D9D9-3938-32726747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49473-864E-479C-C4C5-A92F6D3E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01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235C-C709-FF56-BC78-9DE3E208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45D23-B2E7-DF7F-552D-58D6674B4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4207D-8473-34DC-5BB3-5425FF93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D6BD4-318D-B3BB-9C2C-69A4FEA6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58797-B789-3F8A-B584-30F34314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20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58A1-4CD8-FB14-237C-A99520872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23EB-827E-39BE-8DA2-080B1697E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C8916-070F-E998-DD9E-6B6C95604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B888-35C3-CB27-6BF2-104BF04C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A72E2-AD66-C962-B3FE-FE894D13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239DD-CB24-A4BA-75B1-DDED1DCB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37CC-6B5A-7866-3392-71C8A762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44A38-D5E1-B833-D3F3-0359660BC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FB1CA-B5F8-E861-42E3-0E1AEC699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33198-ED29-D589-0091-FF0AE031C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4D941-B203-50B7-504C-C090FD26E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D75EE-4F93-F459-8FD6-9C4042CD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E2599A-D62A-373C-B3F9-46746419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1982E2-139D-76D8-CA10-80C0E24D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64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1483-18B1-D0DF-20AA-B4985D33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A8B9E-C5A3-E7AA-7E3B-11C479E6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1D12B-D611-A59C-F69D-C89CBF19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2E786-00DC-AABA-AC00-06AA5EFF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513F4E-D26A-FE9C-FE49-F83D41C7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ED848-B327-EE28-7A89-643534DE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6A4E6-0FE9-E02F-DD85-C6410662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0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F853-D81A-6A60-1D03-E008BFD7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5C3B-7C57-E62B-5158-37D20901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B92BB-357A-3541-2E94-628D814CE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3131E-A060-7DAD-9E69-CAFC3C16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D29EA-F29D-46E6-DBE1-7F571AFD4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3978B-C46D-C4D5-F6E2-170343FF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9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1469-700C-965D-AC0D-612B7D91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D53E2-BAAE-E9C7-FD23-26D4AB1E1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C822D-4493-F625-056F-857D0D842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83000-BEB4-7AFB-3E1A-C760FD28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0451E-0A5D-C95A-5A47-42CC053A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53473-A1A6-DAE9-FF09-FB394F7F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5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2DDB-DB09-FFBC-F3A7-3E8F3B16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2351D-B7F1-95CC-496E-B8E49B387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DAC78-8861-358A-E454-5487B57B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3BB0-0C38-4977-021C-F1BE4F06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ADA8B-F55D-C1F7-DA13-B96401D5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8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D294E-2214-8711-FD91-281D97AB1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00DB4-35E6-804E-1623-09BFB95B5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E4D1F-FFFC-871B-11AA-E70442FE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8C6D5-A5BD-54D4-FA58-4983FA5A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6594F-DA8A-076F-0325-32B2C47E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42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6D2EB-983B-41DC-43C7-FFDBF1BC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EBAE2-06C5-58C6-9466-B1EEF1B1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57C81-E0FB-9976-B395-3FF8F27BF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1A3C3-C091-4A7C-BA86-0AB6C2F764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A6B7F-4C80-5C58-5A5D-AFE72322F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92EC-C5E6-867F-F2C5-A3001CB76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17324-E100-4956-BA9F-7DAD9803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30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16D9BF-ED56-AD10-6682-9E8736AA0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05" y="393290"/>
            <a:ext cx="11472782" cy="59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85F5BF-83C2-4C7D-AE1E-0E1806CF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51" y="633785"/>
            <a:ext cx="11059159" cy="54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7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D160C1-ABB3-F7BA-BFB5-ADC7DD380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5" y="511278"/>
            <a:ext cx="11891570" cy="56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4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D5DF21-A332-9BE3-BC3E-744EC3A0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504903" cy="41837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E590B-7EA3-E1D5-9D93-334E7A04D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686" y="2880853"/>
            <a:ext cx="8335024" cy="39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1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27EA72-4FBA-6F5F-A232-80C81838A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3" y="417403"/>
            <a:ext cx="10124146" cy="602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6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5F3BAE-31B9-47EC-347B-2F42CEB3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20236"/>
            <a:ext cx="11428979" cy="562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4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9E9980-5E6F-B424-22F1-CCBBC1EFD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26" y="493250"/>
            <a:ext cx="11776456" cy="579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5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09A3CA-41B9-D30C-F439-51E5A5C5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3" y="540775"/>
            <a:ext cx="12059297" cy="593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3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meghasree sindam</dc:creator>
  <cp:lastModifiedBy>meghasree sindam</cp:lastModifiedBy>
  <cp:revision>1</cp:revision>
  <dcterms:created xsi:type="dcterms:W3CDTF">2026-03-01T09:54:23Z</dcterms:created>
  <dcterms:modified xsi:type="dcterms:W3CDTF">2026-03-01T09:59:29Z</dcterms:modified>
</cp:coreProperties>
</file>